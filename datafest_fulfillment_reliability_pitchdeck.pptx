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Fest">
  <a:themeElements>
    <a:clrScheme name="DataFest">
      <a:dk1>
        <a:srgbClr val="0B1F33"/>
      </a:dk1>
      <a:lt1>
        <a:srgbClr val="FFFFFF"/>
      </a:lt1>
      <a:dk2>
        <a:srgbClr val="1F2D3D"/>
      </a:dk2>
      <a:lt2>
        <a:srgbClr val="F6F8FA"/>
      </a:lt2>
      <a:accent1>
        <a:srgbClr val="D77A61"/>
      </a:accent1>
      <a:accent2>
        <a:srgbClr val="5B8E7D"/>
      </a:accent2>
      <a:accent3>
        <a:srgbClr val="E3B23C"/>
      </a:accent3>
      <a:accent4>
        <a:srgbClr val="7A8A99"/>
      </a:accent4>
      <a:accent5>
        <a:srgbClr val="E9EEF2"/>
      </a:accent5>
      <a:accent6>
        <a:srgbClr val="0B1F33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ataFes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>
  <dc:title>Fulfillment Reliability Pitch Deck</dc:title>
  <dc:creator>Codex</dc:creator>
</cp:coreProperties>
</file>